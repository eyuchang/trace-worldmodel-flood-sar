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tutorial_deck/assets/flood_rescue_cover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20624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TRACE-JEPA Flood Rescue Implementation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30352" y="9601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Stages 0-6 · emergency call, mission grounding, TRACE gate, verification, revision, rescue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30352" y="6172200"/>
            <a:ext cx="8046720" cy="256032"/>
          </a:xfrm>
          <a:prstGeom prst="rect">
            <a:avLst/>
          </a:prstGeom>
          <a:solidFill>
            <a:srgbClr val="0F172A">
              <a:alpha val="80000"/>
            </a:srgbClr>
          </a:solidFill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Teaching rule: build the accountability path before downloading JEPA.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demo is about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One central controller, two physical agents, one human authority role, one simulated flood world.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Goal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Four residents are isolated at Riverside Apartments. A rescue boat must reach them within 20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24528" y="1481328"/>
            <a:ext cx="34290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Conflict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The North Channel is shorter but unverified. The South Detour is slower but reported open.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09560" y="1481328"/>
            <a:ext cx="36118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Hidden truth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Simulation ground truth contains debris in the North Channel. Mission Control cannot use this until the drone observes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45720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Planner proposes structurally possible actions.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World Model predicts consequences for each candidate.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TRACE Gate decides whether the prediction may authorize the action.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Incident Commander remains the authority for high-stakes dispatch.</a:t>
            </a:r>
            <a:endParaRPr lang="en-US" sz="1400" dirty="0"/>
          </a:p>
        </p:txBody>
      </p:sp>
      <p:pic>
        <p:nvPicPr>
          <p:cNvPr id="8" name="Image 0" descr="docs/tutorial_deck/assets/operational_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1937" y="2743200"/>
            <a:ext cx="4838286" cy="3063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Read: docs/MISSION_BRIEF.md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operational cast is fixed before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Avoid ambiguous “evaluator” or “rescue system” language. Use these nouns.</a:t>
            </a:r>
            <a:endParaRPr lang="en-US" sz="1050" dirty="0"/>
          </a:p>
        </p:txBody>
      </p:sp>
      <p:pic>
        <p:nvPicPr>
          <p:cNvPr id="4" name="Image 0" descr="docs/tutorial_deck/assets/operational_c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20812"/>
            <a:ext cx="5486400" cy="34735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41732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• Flood Environment owns hidden truth and emits observations/outcomes.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• Survey Drone observes a requested route and reports back.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• Rescue Boat executes only authorized rescue dispatches.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• Mission Controller is one program: state, planner, world model, TRACE gate, dispatcher.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• Incident Commander supplies external authority; TRACE cannot synthesize it.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00800" y="5532120"/>
            <a:ext cx="50749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Operational evaluator? No. Offline evaluation scores logs after the run and sends no commands.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3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S08 maps names to source files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map for the first implementation block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stage has a concrete observable exit condition.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261872" cy="2743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057400" y="1234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Briefing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60520" y="1234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Name entities and knowledge boundary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1892808"/>
            <a:ext cx="1261872" cy="2743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5740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60520" y="189280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Verifier and tests pass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551176"/>
            <a:ext cx="1261872" cy="274320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2551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Visualize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60520" y="2551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Render Mission Control view vs hidden truth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3209544"/>
            <a:ext cx="1261872" cy="274320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3209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Scenario + 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32095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Every action is grounded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8368" y="3867912"/>
            <a:ext cx="1261872" cy="27432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Contracts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60520" y="3867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Evidence and TRACE records round-trip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" y="4526280"/>
            <a:ext cx="1261872" cy="27432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4526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Policy 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60520" y="45262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High confidence cannot override failed support gates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" y="5184648"/>
            <a:ext cx="1261872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Stage 6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5184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Mock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60520" y="51846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</a:rPr>
              <a:t>Hold north, verify, revise, clear south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6080760"/>
            <a:ext cx="10789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This deck documents the call-to-rescue path directly and gives carefully labeled side files for long code.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Deck + side files live in docs/tutorial_deck/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laptop-safe install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PyTorch, no V-JEPA checkpoint, no GPU required yet.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5303520" cy="2240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S00_environment_setup.sh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uname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info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platform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trace-jepa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3.12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trace-jepa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--version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which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5303520" cy="13258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S01_install_and_verify.sh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--upgrade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setuptools wheel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".[dev]"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trace-jepa-verify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46520" y="1417320"/>
            <a:ext cx="4983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Expected: Python 3.12.x inside the trace-jepa environment.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Expected: verifier passes and core tests pass.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Acceptable: optional V-JEPA/PyTorch test skipped.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Do not install .[jepa] yet.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6520" y="4572000"/>
            <a:ext cx="498348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Exit condition: project commands are available and the core test suite passes.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files S00-S01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visualize before writing more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map forces every action and observation to refer to a concrete place.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5303520" cy="25146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S02_visualize_environment.sh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trace-jepa-visualize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--scenario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configs/scenarios/riverside_flood_v1.yaml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artifacts/runs/scenario_brief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artifacts/runs/scenario_brief/operational_cast.svg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artifacts/runs/scenario_brief/mission_controller_knowledge.svg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artifacts/runs/scenario_brief/simulation_ground_truth.svg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4160520"/>
            <a:ext cx="5303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visualizer reads one scenario file.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It renders vector SVGs, not raster-only screenshots.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same world is shown from two information states.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hidden truth view is for debugging and evaluation only.</a:t>
            </a:r>
            <a:endParaRPr lang="en-US" sz="1250" dirty="0"/>
          </a:p>
        </p:txBody>
      </p:sp>
      <p:pic>
        <p:nvPicPr>
          <p:cNvPr id="6" name="Image 0" descr="docs/tutorial_deck/assets/mission_controller_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454939"/>
            <a:ext cx="2697480" cy="1707842"/>
          </a:xfrm>
          <a:prstGeom prst="rect">
            <a:avLst/>
          </a:prstGeom>
        </p:spPr>
      </p:pic>
      <p:pic>
        <p:nvPicPr>
          <p:cNvPr id="7" name="Image 1" descr="docs/tutorial_deck/assets/simulation_ground_tru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1454939"/>
            <a:ext cx="2697480" cy="1707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36208" y="3520440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Mission Controller knowledge: North Channel unverified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9015984" y="3520440"/>
            <a:ext cx="2697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Simulation ground truth: North Channel blocked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46520" y="4663440"/>
            <a:ext cx="484632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Never leak simulation ground truth into Mission State.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6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the two map views answer different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visual difference is the first safety boundary.</a:t>
            </a:r>
            <a:endParaRPr lang="en-US" sz="1050" dirty="0"/>
          </a:p>
        </p:txBody>
      </p:sp>
      <p:pic>
        <p:nvPicPr>
          <p:cNvPr id="4" name="Image 0" descr="docs/tutorial_deck/assets/mission_controller_knowl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52405"/>
            <a:ext cx="5440680" cy="3444631"/>
          </a:xfrm>
          <a:prstGeom prst="rect">
            <a:avLst/>
          </a:prstGeom>
        </p:spPr>
      </p:pic>
      <p:pic>
        <p:nvPicPr>
          <p:cNvPr id="5" name="Image 1" descr="docs/tutorial_deck/assets/simulation_ground_tru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52405"/>
            <a:ext cx="5440680" cy="34446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5715000"/>
            <a:ext cx="4572000" cy="32004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Input to Mission Controller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583680" y="5715000"/>
            <a:ext cx="457200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Used only for labels, outcomes, and offline scoring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7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View names replace “agent/evaluator” ambiguity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scenario YAML grounds the 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Routes carry both what is observed and what is true in the simulator.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5669280" cy="3794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S03_riverside_flood_v1.yaml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north_channel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North Channel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truth_status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blocked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blockage_position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observed_status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unknown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south_detour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South Detour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truth_status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observed_status</a:t>
            </a:r>
            <a:pPr indent="0" marL="0">
              <a:buNone/>
            </a:pPr>
            <a:r>
              <a:rPr lang="en-US" sz="8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537960" y="1417320"/>
            <a:ext cx="4892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truth_status is owned by the Flood Environment.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observed_status is what the Mission Controller can use.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The North Channel starts unknown, not blocked, from the controller’s view.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The drone changes observed_status only after verification.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4617720"/>
            <a:ext cx="489204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Exit condition: you can explain why the same route has two statuses.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3: actions are grounded, not strings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same action object is read by the planner, predictor, TRACE record, dispatcher, environment, and audit.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548640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S04_flood_actions_v1.yaml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dispatch_rescue_boat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requires_authority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reversible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destination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route_id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people_count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deadline_s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verify_route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requires_authority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reversible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purpose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1234440"/>
            <a:ext cx="5074920" cy="2651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Grounded ActionInstance shape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action_type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dispatch_rescue_boat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actor_id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rescue_boat_1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rescue_base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riverside_apartments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route_id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south_detour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people_count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deadline_s</a:t>
            </a:r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698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Bad: "dispatch_boat_north". Good: actor + route + origin + destination + mission parameters.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action object becomes part of the commitment and later evidence chain.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Every durable dispatch must cite the authorizing record version.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This is the first step toward plan-branch localization.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9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S04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4: durable contracts before model code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Freeze what will be stored before building the predictor.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5806440" cy="4251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Source: src/trace_jepa/contracts/models.py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WorldModelEvidence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FrozenModel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evidence_id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encoder_version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predictor_version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candidate_plan_id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rollout_horizon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predicted_claims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uncertainty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model_support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out_of_distribution_score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realized_outcome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TraceRecord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FrozenModel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record_id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record_version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policy_version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claim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evidence_refs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final_status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TraceStatus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failed_gates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missing_items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repair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consumer_actions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ConsumerAction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56832" y="1463040"/>
            <a:ext cx="475488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Evidence states what a model version predicted.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TraceRecord states what claim was evaluated and why it passed or failed.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ConsumerAction records what the Mission Controller did with the verdict.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Revisions create new versions; committed records are not edited in place.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56832" y="4754880"/>
            <a:ext cx="47548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Long code is in complete_source/S04_contracts_models.py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complete_source/S04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4: first TRACE record by hand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validates storage and the confidence/support distinction before any automatic policy logic.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61872"/>
            <a:ext cx="5806440" cy="4434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S05_first_trace_record.py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WorldModelEvidence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candidate_plan_id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"north-direct"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predicted_claims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 Channel is open for dispatch."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uncertainty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0.08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model_support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out_of_distribution_score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rollout_horizon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Claim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ClaimLayer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PREDICTIVE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"North Channel is open for dispatch."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confidence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TraceRecord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final_status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TraceStatus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failed_gates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"model_support"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"out_of_distribution"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missing_items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 current observation of North Channel."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repair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"Send the survey drone before dispatching the boat."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7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r>
              <a:rPr lang="en-US" sz="7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29400" y="1261872"/>
            <a:ext cx="4846320" cy="23774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PYTHONPATH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python labs/01_contracts_and_log/first_record.py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stored: wm-evidence-lab01-north-route-v1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plan success: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 confidence: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0.92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support/OOD: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status: defer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gates: model_support, out_of_distribution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 chain valid: True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repository: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629400" y="3977640"/>
            <a:ext cx="484632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Run it twice. Records in repository must remain 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0" y="4617720"/>
            <a:ext cx="484632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0.92 is printed so students see the number.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Support and OOD still determine whether the claim can authorize action.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</a:rPr>
              <a:t>• The hand-authored record is only a contract/storage exercise.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lab_scripts/S05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5: policy gate computes the verdict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next step removes manual judgment from the first record.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512064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configs/policies/trace_v1.yaml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policy_version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trace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flood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min_model_support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max_ood_score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0.35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max_uncertainty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max_rollout_horizon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max_observation_age_s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120.0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allow_qualified_reversible_probe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2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require_authority_for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dispatch_rescue_boat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9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deploy_ground_team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6080760" y="1234440"/>
            <a:ext cx="5440680" cy="2971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Source: src/trace_jepa/runtime/policy.py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model_support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min_model_support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"model_support"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evidence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out_of_distribution_score 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max_ood_score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"out_of_distribution"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authority_required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authority_present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ESCALATE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failed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reversible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QUALIFY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failed</a:t>
            </a:r>
            <a:pPr indent="0" marL="0">
              <a:buNone/>
            </a:pPr>
            <a:r>
              <a:rPr lang="en-US" sz="82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HOLD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82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CLEAR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1005840" y="4590288"/>
            <a:ext cx="1024128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Hard gates are lexicographic: a high utility score cannot average away failed support or OOD gates.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S06 + complete_source/S06_runtime_policy.py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5: four policy cases students should predict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This is a deterministic test fixture, not an experiment.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Case 1 · support 0.28 / OOD 0.82 · dispatch boat · authority yes → HOLD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Case 2 · support 0.28 / OOD 0.82 · verify route · authority no → QUALIFY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Case 3 · support 0.90 / OOD 0.10 · dispatch boat · authority no → ESCALATE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0835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F172A"/>
                </a:solidFill>
              </a:rPr>
              <a:t>Case 4 · support 0.90 / OOD 0.10 · dispatch boat · authority yes → CLEAR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1037844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PYTHONPATH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python labs/01_contracts_and_log/policy_walkthrough.py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Unsupported irreversible dispatch -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hold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Unsupported but reversible verification -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qualify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Supported dispatch without authority -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escalate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Supported dispatch with authority -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5394960"/>
            <a:ext cx="1033272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Teaching point: TRACE is not anti-action. It holds the risky commitment but allows evidence gathering.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13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lab_scripts/S06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6 preview: run the closed-loop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Now the Mission Controller connects planner, predictor, TRACE gate, dispatcher, environment, and revision.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5166360" cy="160020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Side file S07_run_mock_closed_loop.sh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trace-jepa-demo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--output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artifacts/runs/deck_walkthrough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artifacts/runs/deck_walkthrough/summary.json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artifacts/runs/deck_walkthrough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-maxdepth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-type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263640" y="1143000"/>
            <a:ext cx="50749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North dispatch proposed: high success, low support, high OOD.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TRACE holds the irreversible northern dispatch.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TRACE qualifies or clears bounded drone verification.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Drone observes debris and reports North Channel blocked.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Revision rejects the northern route claim append-only.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Planner repairs only the dependent route branch.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South Detour dispatch clears with authority.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3310128"/>
            <a:ext cx="51663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Exit condition: no rescue commitment exists without an authorizing record version.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S07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long code lives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deck stays teachable; the side files remain complete and inspectable.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881360" cy="42976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 File                                      Purpose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S00    S00_environment_setup.sh                Conda/Python setup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S01    S01_install_and_verify.sh               Editable install and tests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S02    S02_visualize_environment.sh            Render operational cast and maps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S03    S03_riverside_flood_v1.yaml             Scenario geometry + route status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S04    S04_flood_actions_v1.yaml               Grounded action schema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S05    lab_scripts/S05_first_trace_record.py   First TRACE record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S06    lab_scripts/S06_policy_walkthrough.py   Automatic gate cases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S07    S07_run_mock_closed_loop.sh             Pre-filled deterministic episode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S08    S08_core_source_file_map.md             Core source map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S09    S09_emergency_call.txt                  Example call input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    S10_run_emergency_call.sh               Call-to-rescue command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2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S10-13 complete_source/                        Intake, CLI, timeline, controller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960120" y="5715000"/>
            <a:ext cx="101498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Complete source copies are in side_files/complete_source/. Treat them as read-only references.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docs/tutorial_deck/side_files/README.md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live coding checkpoint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After students can explain the cast and run the first scripts, resume at the policy walkthrough.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Run S05 and explain why confidence = 0.92 is not permission.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Run S06 and predict all four policy outcomes before executing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Render the two map views and identify which one Mission Control may use.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Run S07 and inspect the record log, evidence folder, commitments log, and summary.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Only after the mock loop works do we install PyTorch and cache V-JEPA features.</a:t>
            </a:r>
            <a:endParaRPr lang="en-US" sz="1400" dirty="0"/>
          </a:p>
        </p:txBody>
      </p:sp>
      <p:pic>
        <p:nvPicPr>
          <p:cNvPr id="5" name="Image 0" descr="docs/tutorial_deck/assets/flood_rescue_cover_16x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34440"/>
            <a:ext cx="4892040" cy="2752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983480"/>
            <a:ext cx="1056132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Teaching mantra: predicted future → typed claim → TRACE record → permitted action → realized outcome → revision.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16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Next: close the mock loop, then replace mock visual features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operational input is an emergency 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call grounds the incident. It does not contain hidden route truth.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52578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Emergency phone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5257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Emergency. Four residents are stranded at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Riverside Apartments. Flood water is rising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road is inaccessible.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234440"/>
            <a:ext cx="525780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15803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Normalized EmergencyCall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25780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raw_text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preserved verbatim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reported_location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Riverside Apartments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normalized_location_id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riverside_apartments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people_count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deadline_s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1200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pPr indent="0" marL="0">
              <a:buNone/>
            </a:pPr>
            <a:r>
              <a:rPr lang="en-US" sz="105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emergency_phone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10561320" cy="713232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B91C1C"/>
                </a:solidFill>
              </a:rPr>
              <a:t>The intake parser may extract location and people count. It may not infer “North Channel is blocked.” That fact belongs to simulation ground truth until observed.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51560" y="5486400"/>
            <a:ext cx="10058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Side input S09 · full parser complete_source/S10_emergency_call_intake.py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17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EmergencyCall is a durable typed input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from the call and watch actions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new command prints every decision and writes an inspectable run directory.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629400" cy="26974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trace-jepa-call --call-file examples/calls/riverside_call.txt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--output artifacts/runs/call_001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Inline equivalent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trace-jepa-call --call "Four residents at Riverside Apartments."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--output artifacts/runs/call_002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1325880"/>
            <a:ext cx="3977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If the text is ambiguous, add --location and --people.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The location must match the teaching scenario registry.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A later geocoder can replace the resolver without changing the record contract.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Use a new output folder for each run.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4434840"/>
            <a:ext cx="1037844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 results on macOS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artifacts/runs/call_001/timeline.txt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artifacts/runs/call_001/figures/mission_controller_knowledge.svg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artifacts/runs/call_001/figures/action_timeline.svg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18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Side file S10_run_emergency_call.sh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should see after the call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call is followed by assessment, evidence gathering, revision, local repair, and rescue.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48463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North dispatch: HOLD because support is low and OOD is high.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Drone verification: CLEAR as a bounded information action.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Drone reports North Channel blocked.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TRACE appends a rejecting revision to the north-route claim.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Planner repairs only the route-dependent branch.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South Detour: CLEAR with Incident Commander authority.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Boat reaches four residents; record chain verifies.</a:t>
            </a:r>
            <a:endParaRPr lang="en-US" sz="1250" dirty="0"/>
          </a:p>
        </p:txBody>
      </p:sp>
      <p:pic>
        <p:nvPicPr>
          <p:cNvPr id="5" name="Image 0" descr="docs/tutorial_deck/assets/emergency_action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006" y="1143000"/>
            <a:ext cx="4252148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19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Generated from summary.timeline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Code path: call text to Mission Controller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Short snippets stay on the slide; full source is in labeled side files.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5669280" cy="27889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EmergencyCallIntake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call_text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location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people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people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register_emergency_call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MissionController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runtime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86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controller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run_episode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event_sink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print_event</a:t>
            </a:r>
            <a:pPr indent="0" marL="0">
              <a:buNone/>
            </a:pPr>
            <a:r>
              <a:rPr lang="en-US" sz="86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</p:txBody>
      </p:sp>
      <p:sp>
        <p:nvSpPr>
          <p:cNvPr id="5" name="Text 3"/>
          <p:cNvSpPr/>
          <p:nvPr/>
        </p:nvSpPr>
        <p:spPr>
          <a:xfrm>
            <a:off x="6537960" y="123444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</a:rPr>
              <a:t>S10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intake.py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Ground location and people count; preserve raw call.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098280" y="123444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S11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emergency_cli.py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Terminal arguments, call file, output directory.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256032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</a:rPr>
              <a:t>S12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reporting.py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Write timeline.txt and action_timeline.svg.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098280" y="2560320"/>
            <a:ext cx="2331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</a:rPr>
              <a:t>S13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controller.py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Emit each subsequent action and record transition.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709160"/>
            <a:ext cx="1065276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Test: tests/test_emergency_call.py verifies location parsing, first action = drone verification, final action = South Detour, and rescue success.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20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Full code: side_files/complete_source/S10-S13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11384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next terminal checkpoint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2976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Update the editable install, run one call, and open the action timeline.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6583680" cy="39776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~/Projects/trace_jepa_flood_sar_starter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trace-jepa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-e ".[dev]"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trace-jepa-call --call-file examples/calls/riverside_call.txt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--output artifacts/runs/call_001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artifacts/runs/call_001/figures/action_timeline.svg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35240" y="1417320"/>
            <a:ext cx="3840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Expected tests: all core tests pass.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Expected first selected action: survey_drone_1 verifies north_channel.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Expected final selected action: rescue_boat_1 uses south_detour.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Expected final outcome: four residents reached.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Expected repository verification: true.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35240" y="5074920"/>
            <a:ext cx="3840480" cy="62179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 not install JEPA yet. First understand every line of the call-to-rescue path.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TRACE-JEPA flood rescue tutorial · 21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035040" y="65653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Next: replace mock visual features only after this passes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TRACE-JEPA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TRACE-JEPA Flood Rescue Implementation: Emergency Call to Authorized Rescue</dc:title>
  <dc:subject>Flood search-and-rescue implementation tutorial</dc:subject>
  <dc:creator>TRACE-JEPA teaching project</dc:creator>
  <cp:lastModifiedBy>TRACE-JEPA teaching project</cp:lastModifiedBy>
  <cp:revision>1</cp:revision>
  <dcterms:created xsi:type="dcterms:W3CDTF">2026-07-14T20:12:15Z</dcterms:created>
  <dcterms:modified xsi:type="dcterms:W3CDTF">2026-07-14T20:12:15Z</dcterms:modified>
</cp:coreProperties>
</file>