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ork_v5/docs/eight_step_deck/assets/flood_rescue_cover_16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56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93776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Closing the Loop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85216" y="10241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8FF"/>
                </a:solidFill>
              </a:rPr>
              <a:t>Flood-SAR Implementation in Eight Verified Steps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85216" y="16276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Emergency call → mission state → plans → predictions → TRACE → verification → revision → rescue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5216" y="6153912"/>
            <a:ext cx="8686800" cy="292608"/>
          </a:xfrm>
          <a:prstGeom prst="rect">
            <a:avLst/>
          </a:prstGeom>
          <a:solidFill>
            <a:srgbClr val="0B1F3A">
              <a:alpha val="85000"/>
            </a:srgbClr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Faithfulness rule: every slide points to code that exists; every limitation is labeled.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Replacement for the placeholder-heavy walkthrough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“eight steps” means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These are the eight operational responsibilities from call intake to a recorded rescue outcome.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2468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36776"/>
            <a:ext cx="438912" cy="43891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52728" y="1655064"/>
            <a:ext cx="166420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Ground call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" y="2167128"/>
            <a:ext cx="2212848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EmergencyCall object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447288" y="1508760"/>
            <a:ext cx="2468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1636776"/>
            <a:ext cx="438912" cy="43891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05656" y="1655064"/>
            <a:ext cx="166420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Build mission state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75304" y="2167128"/>
            <a:ext cx="2212848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Controller-visible observation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300216" y="1508760"/>
            <a:ext cx="2468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1636776"/>
            <a:ext cx="438912" cy="438912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58584" y="1655064"/>
            <a:ext cx="166420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Propose plans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8232" y="2167128"/>
            <a:ext cx="2212848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PlanCandidate list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153144" y="1508760"/>
            <a:ext cx="2468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636776"/>
            <a:ext cx="438912" cy="43891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811512" y="1655064"/>
            <a:ext cx="166420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Predict + claim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81160" y="2167128"/>
            <a:ext cx="2212848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PlanPrediction + Claim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94360" y="3447288"/>
            <a:ext cx="2468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575304"/>
            <a:ext cx="438912" cy="438912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52728" y="3593592"/>
            <a:ext cx="166420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TRACE gate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" y="4105656"/>
            <a:ext cx="2212848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TraceRecord + decision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3447288" y="3447288"/>
            <a:ext cx="2468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57016" y="3575304"/>
            <a:ext cx="438912" cy="43891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105656" y="3593592"/>
            <a:ext cx="166420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Verify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75304" y="4105656"/>
            <a:ext cx="2212848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Drone outcome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300216" y="3447288"/>
            <a:ext cx="2468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3575304"/>
            <a:ext cx="438912" cy="438912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58584" y="3593592"/>
            <a:ext cx="166420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Revise + replan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28232" y="4105656"/>
            <a:ext cx="2212848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Revision + candidate repair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153144" y="3447288"/>
            <a:ext cx="2468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62872" y="3575304"/>
            <a:ext cx="438912" cy="43891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811512" y="3593592"/>
            <a:ext cx="166420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Rescue + persist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81160" y="4105656"/>
            <a:ext cx="2212848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Commitment + outcome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58368" y="5614416"/>
            <a:ext cx="1088136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Do not confuse these with TRACE’s eight general writer stages. The crosswalk later shows which writer operations this domain-specific implementation actually realizes.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2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Eight operational steps; eight writer stages are a separate taxonomy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controller, two machines, one human, one world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architecture is intentionally simple in the first implementation.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/mnt/data/work_v5/docs/eight_step_deck/assets/operational_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27359"/>
            <a:ext cx="6400800" cy="40525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86600" y="1417320"/>
            <a:ext cx="45720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• Flood Environment owns hidden truth and produces observations/outcomes.
</a:t>
            </a:r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• Survey drone observes; rescue boat executes. Neither plans.
</a:t>
            </a:r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• Mission Controller is one Python process containing planner, predictor, TRACE gate, and dispatcher.
</a:t>
            </a:r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• Incident Commander is an external authority boundary.
</a:t>
            </a:r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• Offline evaluation scores logs after the episode and sends no commands.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7086600" y="5687568"/>
            <a:ext cx="4572000" cy="438912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Current honesty note: IncidentCommander.authorizes() is a deterministic teaching stub, not a real human approval interface.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3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Source: src/trace_jepa/controller.py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knowledge boundary makes the episode scientifically valid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controller knows what has been reported, not everything the simulator contains.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618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MISSION CONTROLLER KNOWLEDGE</a:t>
            </a:r>
            <a:endParaRPr lang="en-US" sz="900" dirty="0"/>
          </a:p>
        </p:txBody>
      </p:sp>
      <p:pic>
        <p:nvPicPr>
          <p:cNvPr id="6" name="Image 0" descr="/mnt/data/work_v5/docs/eight_step_deck/assets/mission_controller_knowl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6042"/>
            <a:ext cx="5394960" cy="34156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91072" y="12618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SIMULATION GROUND TRUTH</a:t>
            </a:r>
            <a:endParaRPr lang="en-US" sz="900" dirty="0"/>
          </a:p>
        </p:txBody>
      </p:sp>
      <p:pic>
        <p:nvPicPr>
          <p:cNvPr id="8" name="Image 1" descr="/mnt/data/work_v5/docs/eight_step_deck/assets/simulation_ground_tru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936042"/>
            <a:ext cx="5394960" cy="34156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5650992"/>
            <a:ext cx="4297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North Channel = unknown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812280" y="5650992"/>
            <a:ext cx="4297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North Channel = blocked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4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Hidden truth never enters planner/predictor/gate inputs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the implementation from a raw emergency call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One command produces the timeline, records, evidence, commitments, summary, and figures.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6492240" cy="30175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$HOME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/miniforge3/etc/profile.d/conda.sh"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trace-jepa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/path/to/trace_jepa_flood_sar_starter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".[dev]"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trace-jepa-call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--call-file examples/calls/riverside_call.txt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artifacts/runs/call_001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360920" y="1417320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70648" y="1499616"/>
            <a:ext cx="403250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Input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70648" y="1773936"/>
            <a:ext cx="4032504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Emergency. Four residents are stranded at Riverside Apartments. Flood water is rising and the road is inaccessible.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60920" y="2816352"/>
            <a:ext cx="425196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70648" y="2898648"/>
            <a:ext cx="403250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Main outputs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70648" y="3172968"/>
            <a:ext cx="4032504" cy="19385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emergency_call.json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timeline.txt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summary.json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records/trace.jsonl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evidence/*.json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commitments/*.jsonl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figures/*.svg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" y="47274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RUN_EIGHT_STEPS.md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12648" y="5074920"/>
            <a:ext cx="64465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Expected core test state: all core tests pass; the optional PyTorch/V-JEPA test may be skipped until the ML stack is installed.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5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Entry point: trace_jepa.emergency_cli:main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Accept and ground the emergency call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Convert raw caller language into an auditable EmergencyCall object without inventing missing fields.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Accept and ground the emergency call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719072"/>
            <a:ext cx="2880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801368"/>
            <a:ext cx="266090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Input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4088" y="2075688"/>
            <a:ext cx="2660904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raw_text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optional --location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optional --people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optional deadline override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85032" y="1719072"/>
            <a:ext cx="37033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801368"/>
            <a:ext cx="348386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Processing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94760" y="2075688"/>
            <a:ext cx="3483864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closed location alias registry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regex/number-word people count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scenario default deadline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explicit validation errors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07808" y="1719072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17536" y="1801368"/>
            <a:ext cx="375818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Output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17536" y="2075688"/>
            <a:ext cx="3758184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EmergencyCall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normalized_location_id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people_count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deadline_s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raw call preserved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657600"/>
            <a:ext cx="5029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Ambiguous location → stop and request --location.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Missing people count → stop and request --people.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No geocoder is implemented yet.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The call does not reveal route status.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0" y="3657600"/>
            <a:ext cx="5632704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Emergency. Four residents are stranded at Riverside Apartments.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Flood water is rising and the road is inaccessible.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61888" y="499262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step01_call_intake/S01_intake.py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961888" y="52486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step01_call_intake/S01_emergency_cli.py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6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Output artifact: emergency_call.json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Code: parse the call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slide shows the core logic; the complete source is in the labeled side file.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Code: parse the call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664208"/>
            <a:ext cx="6583680" cy="4526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raw_text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location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people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deadline_minutes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caller_name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caller_contact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EmergencyCall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raw_text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EmergencyCallIntakeError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"emergency call text cannot be empty"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location_id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resolve_location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raw_text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raw_text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explicit_location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people_count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parse_people_count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raw_text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explicit_people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default_deadline_s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"mission"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"deadline_s"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1200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deadline_s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deadline_minutes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deadline_minutes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default_deadline_s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deadline_s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EmergencyCallIntakeError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"deadline must be at least one minute"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EmergencyCall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raw_text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raw_text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reported_location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normalized_location_id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location_id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people_count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people_count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deadline_s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deadline_s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caller_name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caller_name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caller_contact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caller_contact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24928" y="1673352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Location is normalized against scenario aliases.
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People count is parsed independently.
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Deadline is explicit and validated.
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EmergencyCall is frozen by the Pydantic contract.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424928" y="3803904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34656" y="3886200"/>
            <a:ext cx="394106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Exit test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534656" y="4160520"/>
            <a:ext cx="3941064" cy="8412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normalized_location_id = riverside_apartments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people_count = 4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deadline_s = 1200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24928" y="5330952"/>
            <a:ext cx="4160520" cy="621792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Faithfulness boundary: this is deterministic text parsing, not speech recognition, NLP extraction, or geocoding.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443216" y="608990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step01_call_intake/S01_intake.py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7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Authoritative source: src/trace_jepa/intake.py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2: Register the incident and build mission state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Create the controller-visible state while preserving hidden simulator truth.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Register the incident and build mission state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5257800" cy="28803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 Controller sees: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destination: riverside_apartments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people: 4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deadline: 1200 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north_channel: unknown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south_detour: open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drone battery: 0.82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boat capacity: 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5936" y="1664208"/>
            <a:ext cx="525780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Simulator holds: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north_channel: blocked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south_detour: open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stranded_people: 4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rescued: false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5936" y="3877056"/>
            <a:ext cx="5257800" cy="8412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Only observe() enters MissionController._assess_observation(). simulation_ground_truth() is retained for tests and post-episode analysis.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490118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step02_mission_state/S02_flood_environment.py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12648" y="518464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step02_mission_state/S02_riverside_flood_v1.yaml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355080" y="49011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step02_mission_state/S02_visualize.py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355080" y="51846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step02_mission_state/S02_fusion_state.py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345936" y="548640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5568696"/>
            <a:ext cx="503834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Exit test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55664" y="5843016"/>
            <a:ext cx="5038344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Controller north report = unknown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Truth north status = blocked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8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Source: FloodEnvironment.register_emergency_call / observe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2: Code: the information boundary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key correctness property is that observe() masks the blocked route until verification.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Code: the information boundary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664208"/>
            <a:ext cx="6812280" cy="4480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register_emergency_call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EmergencyCall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"Ground an emergency report into the active mission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 call may change the pickup location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number of residents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deadline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 does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reveal hidden route truth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normalized_location_id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"locations"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ValueError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f"unknown scenario location: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normalized_location_id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active_call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"mission"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"pickup_location"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normalized_location_id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"mission"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"people_to_rescue"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people_count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"mission"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"deadline_s"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deadline_s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Any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"""Return only information legitimately available to Mission Control."""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routes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Any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route_id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"routes"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verified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route_id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"north_channel"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north_route_verified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report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_route_status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verified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"initial_report"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routes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"label"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"label"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report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"verified"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verified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"nominal_travel_s"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"nominal_travel_s"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"waypoints"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"waypoints"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assets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asset_id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asset_id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spec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"assets"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mission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"mission"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pPr indent="0" marL="0">
              <a:buNone/>
            </a:pP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"scenario_id"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scenario_id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"mission"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"origin_id"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mission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"origin"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"destination_id"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mission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"pickup_location"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"people_to_rescue"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"people_to_rescue"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"deadline_s"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"deadline_s"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"deadline_minutes"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"deadline_s"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</a:t>
            </a:r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7635240" y="1691640"/>
            <a:ext cx="39593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</a:rPr>
              <a:t>• register_emergency_call changes mission parameters only.
</a:t>
            </a:r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</a:rPr>
              <a:t>• north_route_verified controls whether truth is exposed.
</a:t>
            </a:r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</a:rPr>
              <a:t>• initial_report is returned while unverified.
</a:t>
            </a:r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</a:rPr>
              <a:t>• simulation_ground_truth is a separate method.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7635240" y="3986784"/>
            <a:ext cx="3959352" cy="768096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</a:rPr>
              <a:t>The two SVG maps differ by one hidden fact. This is not cosmetic; it prevents ground-truth leakage.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7644384" y="5074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step02_mission_state/S02_flood_environment.py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9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Test: tests/test_entity_model.py and test_emergency_call.py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3: Generate grounded candidate actions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planner says what is structurally possible; it does not predict or authorize.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Generate grounded candidate actions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691640"/>
            <a:ext cx="352044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73936"/>
            <a:ext cx="330098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North dispatch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048256"/>
            <a:ext cx="3300984" cy="1572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rescue_boat_1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rescue_base → riverside_apartments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route=north_channel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irreversible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authority required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2272" y="1691640"/>
            <a:ext cx="352044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73936"/>
            <a:ext cx="330098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891B2"/>
                </a:solidFill>
              </a:rPr>
              <a:t>Drone verification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48256"/>
            <a:ext cx="3300984" cy="1572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survey_drone_1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drone_pad → north_channel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purpose=resolve_route_access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reversible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no dispatch authority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1691640"/>
            <a:ext cx="352044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773936"/>
            <a:ext cx="330098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South dispatch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0" y="2048256"/>
            <a:ext cx="3300984" cy="1572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rescue_boat_1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rescue_base → riverside_apartments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route=south_detour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irreversible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authority required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087368"/>
            <a:ext cx="10972800" cy="566928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F172A"/>
                </a:solidFill>
              </a:rPr>
              <a:t>Every PlanCandidate contains an ActionInstance with actor, origin, destination, route, people count, deadline, reversibility, utility, and authority requirement.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658368" y="49743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step03_planning/S03_planner.py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8368" y="524865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step03_planning/S03_contracts_models.py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080760" y="49743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step03_planning/S03_flood_actions_v1.yaml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080760" y="5358384"/>
            <a:ext cx="5449824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5440680"/>
            <a:ext cx="5230368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Exit test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90488" y="5715000"/>
            <a:ext cx="5230368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Three initial candidates; no opaque action strings.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10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Planner version: flood-planner-v2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3: Code: propose actions from observed route reports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planner generates boat dispatches for non-blocked reports and verification actions for unknown reports.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Code: propose actions from observed route reports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64208"/>
            <a:ext cx="7406640" cy="4526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7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observation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PlanCandidate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mission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observation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"mission"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candidates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PlanCandidate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 </a:t>
            </a:r>
            <a:pPr indent="0" marL="0">
              <a:buNone/>
            </a:pPr>
            <a:r>
              <a:rPr lang="en-US" sz="7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observation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"routes"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report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label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"label"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report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"blocked"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action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ActionInstance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action_type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"dispatch_rescue_boat"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actor_id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"rescue_boat_1"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origin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"origin_id"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destination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"destination_id"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route_id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parameters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"people_count"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"people_to_rescue"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"deadline_s"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"deadline_s"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travel_s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"nominal_travel_s"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utility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travel_s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"deadline_s"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plan_id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"north-direct"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route_id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"north_channel"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"south-detour"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candidates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PlanCandidate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plan_id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name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f"Dispatch rescue_boat_1 from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'origin_id'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f"to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'destination_id'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via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actions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utility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utility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reversible_first_action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requires_authority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metadata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"route_id"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"route_report"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report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"mission_destination"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mission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"destination_id"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pPr indent="0" marL="0">
              <a:buNone/>
            </a:pP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report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"unknown"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action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ActionInstance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action_type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"verify_route"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actor_id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"survey_drone_1"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origin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"drone_pad"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destination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route_id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parameters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"purpose"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"resolve_route_access"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candidates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PlanCandidate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plan_id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"verify-north"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route_id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"north_channel"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f"verify-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name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f"Send survey_drone_1 to verify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actions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utility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reversible_first_action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requires_authority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metadata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"route_id"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route_id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"information_gathering"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 </a:t>
            </a:r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8193024" y="1682496"/>
            <a:ext cx="34015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</a:rPr>
              <a:t>• No prediction values appear in this file.
</a:t>
            </a:r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</a:rPr>
              <a:t>• Unknown is not treated as open.
</a:t>
            </a:r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</a:rPr>
              <a:t>• A blocked route is omitted on replanning.
</a:t>
            </a:r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</a:rPr>
              <a:t>• choose() ranks only CLEAR/QUALIFY candidates.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8193024" y="3931920"/>
            <a:ext cx="3401568" cy="676656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0F172A"/>
                </a:solidFill>
              </a:rPr>
              <a:t>Current limitation: this is a small deterministic candidate generator, not an HTN/MRTA solver.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8211312" y="49194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step03_planning/S03_planner.py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11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Authoritative source: src/trace_jepa/planning/planner.py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4: Predict consequences and formulate claims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current predictor is a transparent deterministic fixture, not JEPA and not an empirical result.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Predict consequences and formulate claims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2423160" cy="3200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Candidate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218688" y="1691640"/>
            <a:ext cx="1261872" cy="3200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Success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617720" y="1691640"/>
            <a:ext cx="1261872" cy="3200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Support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989320" y="1691640"/>
            <a:ext cx="1261872" cy="3200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OOD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360920" y="1691640"/>
            <a:ext cx="1261872" cy="3200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Uncertainty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732520" y="1691640"/>
            <a:ext cx="2057400" cy="3200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Expected gate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58368" y="2057400"/>
            <a:ext cx="2423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North unknown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18688" y="2057400"/>
            <a:ext cx="12618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0.92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057400"/>
            <a:ext cx="12618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0.28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2057400"/>
            <a:ext cx="12618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0.82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0920" y="2057400"/>
            <a:ext cx="12618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0.08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32520" y="205740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HOLD later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715768"/>
            <a:ext cx="24231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Verify north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18688" y="2715768"/>
            <a:ext cx="126187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0.98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2715768"/>
            <a:ext cx="126187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0.97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9320" y="2715768"/>
            <a:ext cx="126187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0.04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60920" y="2715768"/>
            <a:ext cx="126187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0.04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32520" y="2715768"/>
            <a:ext cx="2057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CLEAR later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3374136"/>
            <a:ext cx="2423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South open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18688" y="3374136"/>
            <a:ext cx="12618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0.82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7720" y="3374136"/>
            <a:ext cx="12618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0.93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3374136"/>
            <a:ext cx="12618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0.08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60920" y="3374136"/>
            <a:ext cx="12618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0.14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32520" y="3374136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CLEAR later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" y="4251960"/>
            <a:ext cx="10927080" cy="603504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Claim generated for a boat plan: “north_channel is traversable and rescue_boat_1 can reach riverside_apartments before the deadline.”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676656" y="51846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step04_prediction_claims/S04_toy_predictor.py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6053328" y="51846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step04_prediction_claims/S04_claim_probe.py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76656" y="5486400"/>
            <a:ext cx="1086307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" y="5568696"/>
            <a:ext cx="10643616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Exit test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86384" y="5843016"/>
            <a:ext cx="10643616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Success, support, OOD, uncertainty, horizon, and assumptions remain separate fields.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12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Predictor version: toy-action-prefix-v2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4: Code: the deliberate out-of-support teaching case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predictor may report high success while also declaring low support and high OOD.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Code: the deliberate out-of-support teaching case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PREDICTOR FIXTURE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5532120" cy="276148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"report"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nominal_travel_s 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"nominal_travel_s"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report 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"unknown"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Teaching case: a high numerical success estimate produced outside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predictor's declared support. TRACE must hold the dispatch.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PlanPrediction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plan_id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plan_id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success_probability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arrival_time_s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nominal_travel_s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hazard_score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resource_margin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model_support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out_of_distribution_score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uncertainty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rollout_horizon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assumptions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"map_is_current"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"debris_distribution_matches_training"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345936" y="162763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</a:rPr>
              <a:t>TYPED CLAIM PROBE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45936" y="1874520"/>
            <a:ext cx="5276088" cy="276148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action_type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"dispatch_rescue_boat"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text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 traversable and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actor_id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can reach "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before the deadline."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grounding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"actor_id"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actor_id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"origin"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"destination"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"route_id"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"people_count"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"people_count"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"deadline_s"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"deadline_s"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"horizon_steps"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prediction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rollout_horizon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"action_id"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action_id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KeyError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action_type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Claim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layer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ClaimLayer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PREDICTIVE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text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grounding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grounding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confidence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success_probability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confidence_semantics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"Teaching proxy copied from plan success probability; not a "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"separately calibrated claim probability."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4919472"/>
            <a:ext cx="11045952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The code explicitly labels claim confidence as a teaching proxy copied from plan success probability. It is not presented as a separately calibrated claim probability.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" y="582472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step04_prediction_claims/S04_toy_predictor.py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355080" y="58247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step04_prediction_claims/S04_claim_probe.py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13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Faithful limitation: no learned world model is used yet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5: Write TRACE records and apply the policy gate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Evidence is stored first; then a deterministic policy writes verdict, failed gates, missing evidence, repair, and consumer action.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Write TRACE records and apply the policy gate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8745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865376"/>
            <a:ext cx="165506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Claim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2648" y="2139696"/>
            <a:ext cx="1655064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predictive + grounded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04872" y="2075688"/>
            <a:ext cx="320040" cy="384048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7208" y="1783080"/>
            <a:ext cx="18745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16936" y="1865376"/>
            <a:ext cx="165506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580C"/>
                </a:solidFill>
              </a:rPr>
              <a:t>Evidence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16936" y="2139696"/>
            <a:ext cx="1655064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support/OOD/uncertainty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075688"/>
            <a:ext cx="320040" cy="384048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11496" y="1783080"/>
            <a:ext cx="18745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1224" y="1865376"/>
            <a:ext cx="165506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Policy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21224" y="2139696"/>
            <a:ext cx="1655064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hard gates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13448" y="2075688"/>
            <a:ext cx="320040" cy="384048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15784" y="1783080"/>
            <a:ext cx="18745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25512" y="1865376"/>
            <a:ext cx="165506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D28D9"/>
                </a:solidFill>
              </a:rPr>
              <a:t>TraceRecord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25512" y="2139696"/>
            <a:ext cx="1655064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status + repair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17736" y="2075688"/>
            <a:ext cx="320040" cy="384048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20072" y="1783080"/>
            <a:ext cx="18745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9800" y="1865376"/>
            <a:ext cx="165506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Consumer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829800" y="2139696"/>
            <a:ext cx="1655064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CLEAR/HOLD/...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324612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</a:rPr>
              <a:t>North dispatch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3429000" y="324612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B91C1C"/>
                </a:solidFill>
              </a:rPr>
              <a:t>DEFER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4846320" y="324612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B91C1C"/>
                </a:solidFill>
              </a:rPr>
              <a:t>HOLD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6263640" y="3246120"/>
            <a:ext cx="52303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</a:rPr>
              <a:t>model_support, out_of_distribution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685800" y="393192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</a:rPr>
              <a:t>Drone verification</a:t>
            </a:r>
            <a:endParaRPr lang="en-US" sz="1140" dirty="0"/>
          </a:p>
        </p:txBody>
      </p:sp>
      <p:sp>
        <p:nvSpPr>
          <p:cNvPr id="31" name="Text 29"/>
          <p:cNvSpPr/>
          <p:nvPr/>
        </p:nvSpPr>
        <p:spPr>
          <a:xfrm>
            <a:off x="3429000" y="393192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0891B2"/>
                </a:solidFill>
              </a:rPr>
              <a:t>ACCEPT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4846320" y="393192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0891B2"/>
                </a:solidFill>
              </a:rPr>
              <a:t>CLEAR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6263640" y="3931920"/>
            <a:ext cx="52303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</a:rPr>
              <a:t>none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85800" y="461772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</a:rPr>
              <a:t>South dispatch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3429000" y="461772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5803D"/>
                </a:solidFill>
              </a:rPr>
              <a:t>ACCEPT</a:t>
            </a:r>
            <a:endParaRPr lang="en-US" sz="1140" dirty="0"/>
          </a:p>
        </p:txBody>
      </p:sp>
      <p:sp>
        <p:nvSpPr>
          <p:cNvPr id="36" name="Text 34"/>
          <p:cNvSpPr/>
          <p:nvPr/>
        </p:nvSpPr>
        <p:spPr>
          <a:xfrm>
            <a:off x="4846320" y="461772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5803D"/>
                </a:solidFill>
              </a:rPr>
              <a:t>CLEAR</a:t>
            </a:r>
            <a:endParaRPr lang="en-US" sz="1140" dirty="0"/>
          </a:p>
        </p:txBody>
      </p:sp>
      <p:sp>
        <p:nvSpPr>
          <p:cNvPr id="37" name="Text 35"/>
          <p:cNvSpPr/>
          <p:nvPr/>
        </p:nvSpPr>
        <p:spPr>
          <a:xfrm>
            <a:off x="6263640" y="4617720"/>
            <a:ext cx="52303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</a:rPr>
              <a:t>none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704088" y="557784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step05_trace_gate/S05_policy.py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005072" y="557784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step05_trace_gate/S05_runtime.py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7333488" y="55778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step05_trace_gate/S05_storage.py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14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Policy version: trace-flood-v1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5: Code: hard gates cannot be averaged away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0.92 score is not read as permission when support and OOD checks fail.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Code: hard gates cannot be averaged away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7680960" cy="4526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evidence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model_support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min_model_support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failed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"model_support"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missing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"evidence inside the declared model support"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evidence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out_of_distribution_score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max_ood_score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failed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"out_of_distribution"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missing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"current observation or verification for the out-of-support region"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evidence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uncertainty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max_uncertainty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failed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"uncertainty"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missing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"narrower calibrated uncertainty"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evidence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rollout_horizon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max_rollout_horizon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failed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"rollout_horizon"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missing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shorter receding-horizon prefix"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evidence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observation_age_s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max_observation_age_s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failed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"observation_freshness"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missing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fresh observation window"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claim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ClaimLayer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"state_sufficiency"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evidence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assumptions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failed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"causal_identification"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missing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"state-sufficiency or an explicitly model-conditional causal qualification"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authority_required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action_name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require_authority_for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authority_required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authority_present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EvaluationResult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status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TraceStatus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DEFER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decision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CommitmentDecision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failed_gates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missing_items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"incident-command authorization"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repair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"Obtain authorization from the designated incident-command role."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reason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"Technical evidence is not sufficient to cross the authority boundary."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failed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reversible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allow_qualified_reversible_probe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EvaluationResult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status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TraceStatus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QUALIFY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decision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CommitmentDecision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QUALIFY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failed_gates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missing_items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repair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repair_hint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"Limit the action to evidence gathering; monitor and do not commit the rescue branch yet."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reason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bounded reversible probe may proceed to resolve the named uncertainty."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EvaluationResult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status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TraceStatus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DEFER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decision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CommitmentDecision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failed_gates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missing_items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repair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repair_hint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"Gather the named evidence or select a supported alternative plan."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reason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"One or more hard technical gates failed."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</a:t>
            </a:r>
            <a:pPr indent="0" marL="0">
              <a:buNone/>
            </a:pP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25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EvaluationResult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status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TraceStatus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decision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CommitmentDecision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25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 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reason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 declared technical gates passed for this action class."</a:t>
            </a:r>
            <a:pPr indent="0" marL="0">
              <a:buNone/>
            </a:pPr>
            <a:r>
              <a:rPr lang="en-US" sz="725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25" dirty="0"/>
          </a:p>
        </p:txBody>
      </p:sp>
      <p:sp>
        <p:nvSpPr>
          <p:cNvPr id="8" name="Text 6"/>
          <p:cNvSpPr/>
          <p:nvPr/>
        </p:nvSpPr>
        <p:spPr>
          <a:xfrm>
            <a:off x="8485632" y="1691640"/>
            <a:ext cx="312724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</a:rPr>
              <a:t>• Failed technical gates + irreversible action → HOLD.
</a:t>
            </a:r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</a:rPr>
              <a:t>• Failed gates + reversible evidence probe → QUALIFY when enabled.
</a:t>
            </a:r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</a:rPr>
              <a:t>• Authority missing → ESCALATE.
</a:t>
            </a:r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</a:rPr>
              <a:t>• No failed gates → CLEAR.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8485632" y="4087368"/>
            <a:ext cx="312724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4169664"/>
            <a:ext cx="2907792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North result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95360" y="4443984"/>
            <a:ext cx="2907792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status = defer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decision = hold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missing = supported/current route evidence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repair = send drone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03920" y="565099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step05_trace_gate/S05_policy.py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15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Test: tests/test_policy.py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this domain writer maps to TRACE’s eight writer stages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Faithfulness requires stating what is implemented and what is not.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25880"/>
            <a:ext cx="1325880" cy="448056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0 Detect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1874520" y="1325880"/>
            <a:ext cx="6400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Planner emits an explicit action-licensing claim candidate.</a:t>
            </a:r>
            <a:endParaRPr lang="en-US" sz="1010" dirty="0"/>
          </a:p>
        </p:txBody>
      </p:sp>
      <p:sp>
        <p:nvSpPr>
          <p:cNvPr id="7" name="Text 5"/>
          <p:cNvSpPr/>
          <p:nvPr/>
        </p:nvSpPr>
        <p:spPr>
          <a:xfrm>
            <a:off x="8302752" y="1325880"/>
            <a:ext cx="33375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475569"/>
                </a:solidFill>
              </a:rPr>
              <a:t>No open-ended argument detector.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325880" cy="448056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1 Intake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874520" y="1901952"/>
            <a:ext cx="6400800" cy="4480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Probe + controller fill grounding, evidence, provenance, assumptions.</a:t>
            </a:r>
            <a:endParaRPr lang="en-US" sz="1010" dirty="0"/>
          </a:p>
        </p:txBody>
      </p:sp>
      <p:sp>
        <p:nvSpPr>
          <p:cNvPr id="10" name="Text 8"/>
          <p:cNvSpPr/>
          <p:nvPr/>
        </p:nvSpPr>
        <p:spPr>
          <a:xfrm>
            <a:off x="8302752" y="1901952"/>
            <a:ext cx="3337560" cy="4480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475569"/>
                </a:solidFill>
              </a:rPr>
              <a:t>Implemented structurally.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530352" y="2478024"/>
            <a:ext cx="1325880" cy="448056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2 Type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874520" y="2478024"/>
            <a:ext cx="6400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ClaimLayer.PREDICTIVE.</a:t>
            </a:r>
            <a:endParaRPr lang="en-US" sz="1010" dirty="0"/>
          </a:p>
        </p:txBody>
      </p:sp>
      <p:sp>
        <p:nvSpPr>
          <p:cNvPr id="13" name="Text 11"/>
          <p:cNvSpPr/>
          <p:nvPr/>
        </p:nvSpPr>
        <p:spPr>
          <a:xfrm>
            <a:off x="8302752" y="2478024"/>
            <a:ext cx="33375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475569"/>
                </a:solidFill>
              </a:rPr>
              <a:t>Implemented.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530352" y="3054096"/>
            <a:ext cx="1325880" cy="448056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3 Question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1874520" y="3054096"/>
            <a:ext cx="6400800" cy="4480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Support, OOD, uncertainty, horizon, freshness, contradiction, authority.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8302752" y="3054096"/>
            <a:ext cx="3337560" cy="4480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475569"/>
                </a:solidFill>
              </a:rPr>
              <a:t>Domain-specific question set.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30352" y="3630168"/>
            <a:ext cx="1325880" cy="448056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4 Test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1874520" y="3630168"/>
            <a:ext cx="6400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PolicyEngine.evaluate runs deterministic checks.</a:t>
            </a:r>
            <a:endParaRPr lang="en-US" sz="1010" dirty="0"/>
          </a:p>
        </p:txBody>
      </p:sp>
      <p:sp>
        <p:nvSpPr>
          <p:cNvPr id="19" name="Text 17"/>
          <p:cNvSpPr/>
          <p:nvPr/>
        </p:nvSpPr>
        <p:spPr>
          <a:xfrm>
            <a:off x="8302752" y="3630168"/>
            <a:ext cx="33375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475569"/>
                </a:solidFill>
              </a:rPr>
              <a:t>Implemented.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530352" y="4206240"/>
            <a:ext cx="1325880" cy="448056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5 Elicit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1874520" y="4206240"/>
            <a:ext cx="6400800" cy="4480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Failed record names drone verification as missing evidence/repair.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8302752" y="4206240"/>
            <a:ext cx="3337560" cy="4480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EA580C"/>
                </a:solidFill>
              </a:rPr>
              <a:t>No debate module.</a:t>
            </a:r>
            <a:endParaRPr lang="en-US" sz="1010" dirty="0"/>
          </a:p>
        </p:txBody>
      </p:sp>
      <p:sp>
        <p:nvSpPr>
          <p:cNvPr id="23" name="Text 21"/>
          <p:cNvSpPr/>
          <p:nvPr/>
        </p:nvSpPr>
        <p:spPr>
          <a:xfrm>
            <a:off x="530352" y="4782312"/>
            <a:ext cx="1325880" cy="448056"/>
          </a:xfrm>
          <a:prstGeom prst="rect">
            <a:avLst/>
          </a:prstGeom>
          <a:solidFill>
            <a:srgbClr val="15803D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6 Settle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1874520" y="4782312"/>
            <a:ext cx="6400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Policy maps tests to record status and consumer decision.</a:t>
            </a:r>
            <a:endParaRPr lang="en-US" sz="1010" dirty="0"/>
          </a:p>
        </p:txBody>
      </p:sp>
      <p:sp>
        <p:nvSpPr>
          <p:cNvPr id="25" name="Text 23"/>
          <p:cNvSpPr/>
          <p:nvPr/>
        </p:nvSpPr>
        <p:spPr>
          <a:xfrm>
            <a:off x="8302752" y="4782312"/>
            <a:ext cx="33375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EA580C"/>
                </a:solidFill>
              </a:rPr>
              <a:t>No attack graph.</a:t>
            </a:r>
            <a:endParaRPr lang="en-US" sz="1010" dirty="0"/>
          </a:p>
        </p:txBody>
      </p:sp>
      <p:sp>
        <p:nvSpPr>
          <p:cNvPr id="26" name="Text 24"/>
          <p:cNvSpPr/>
          <p:nvPr/>
        </p:nvSpPr>
        <p:spPr>
          <a:xfrm>
            <a:off x="530352" y="5358384"/>
            <a:ext cx="1325880" cy="448056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7 Complete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1874520" y="5358384"/>
            <a:ext cx="6400800" cy="4480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Runtime writes record, gates, missing, repair, provenance, consumer action.</a:t>
            </a:r>
            <a:endParaRPr lang="en-US" sz="1010" dirty="0"/>
          </a:p>
        </p:txBody>
      </p:sp>
      <p:sp>
        <p:nvSpPr>
          <p:cNvPr id="28" name="Text 26"/>
          <p:cNvSpPr/>
          <p:nvPr/>
        </p:nvSpPr>
        <p:spPr>
          <a:xfrm>
            <a:off x="8302752" y="5358384"/>
            <a:ext cx="3337560" cy="4480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475569"/>
                </a:solidFill>
              </a:rPr>
              <a:t>Implemented.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566928" y="6016752"/>
            <a:ext cx="1101852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0F172A"/>
                </a:solidFill>
              </a:rPr>
              <a:t>Conclusion: the current flood code is a conforming structured writer for predictive plan claims. It is not yet the full general-purpose eight-stage natural-language writer.</a:t>
            </a:r>
            <a:endParaRPr lang="en-US" sz="1210" dirty="0"/>
          </a:p>
        </p:txBody>
      </p:sp>
      <p:sp>
        <p:nvSpPr>
          <p:cNvPr id="30" name="Text 28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16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Do not claim debate or attack-graph implementation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6: Select and execute the evidence-seeking action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highest-utility admissible action is the drone verification, not the held north dispatch.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Select and execute the evidence-seeking action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24871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911096"/>
            <a:ext cx="2267712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D28D9"/>
                </a:solidFill>
              </a:rPr>
              <a:t>Candidates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4088" y="2185416"/>
            <a:ext cx="2267712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North HOLD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Verify CLEAR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South CLEAR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2432304"/>
            <a:ext cx="201168" cy="310896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7288" y="1828800"/>
            <a:ext cx="24871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1911096"/>
            <a:ext cx="2267712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choose()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57016" y="2185416"/>
            <a:ext cx="2267712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Rank only CLEAR/QUALIFY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Verify utility 0.90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South utility 0.685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07608" y="2432304"/>
            <a:ext cx="201168" cy="310896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1828800"/>
            <a:ext cx="24871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911096"/>
            <a:ext cx="2267712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commit()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9944" y="2185416"/>
            <a:ext cx="2267712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Action + authorizing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record ID/version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60536" y="2432304"/>
            <a:ext cx="201168" cy="310896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3144" y="1828800"/>
            <a:ext cx="24871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62872" y="1911096"/>
            <a:ext cx="2267712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execute()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62872" y="2185416"/>
            <a:ext cx="2267712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Drone battery 0.82→0.74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route_status=blocked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3977640"/>
            <a:ext cx="108813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[06] ACTION SELECTED    survey drone 1 verifies north channel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[07] ACTION DISPATCHED  authorized command sent to survey_drone_1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[08] OBSERVATION RECEIVED north_channel is blocked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67512" y="537667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step06_verification_dispatch/S06_controller.py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980176" y="53766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step06_verification_dispatch/S06_flood_environment.py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67512" y="5669280"/>
            <a:ext cx="107167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751576"/>
            <a:ext cx="10497312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Exit test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" y="6025896"/>
            <a:ext cx="10497312" cy="1097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 route observation exists only after a committed verify_route action.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17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Detailed events 06-08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6: Code: commitment before execution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durable action is written with the exact record version that authorized it.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Code: commitment before execution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MISSION CONTROLLER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6537960" cy="349300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 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plan_by_id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"plan_id"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item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"decision"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item </a:t>
            </a:r>
            <a:pPr indent="0" marL="0">
              <a:buNone/>
            </a:pPr>
            <a:r>
              <a:rPr lang="en-US" sz="7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assessed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chosen </a:t>
            </a:r>
            <a:pPr indent="0" marL="0">
              <a:buNone/>
            </a:pPr>
            <a:r>
              <a:rPr lang="en-US" sz="7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8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RuntimeError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admissible initial action"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emit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"action_selected"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f"Mission Controller selects: 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short_label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plan_id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plan_id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action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model_dump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"json"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chosen_record 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record_by_plan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plan_id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first_commitment 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record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chosen_record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action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emit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"action_dispatched"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f"Authorized command sent to 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actor_id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commitment_id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first_commitment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commitment_id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authorizing_record_id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chosen_record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record_id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authorizing_record_version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chosen_record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record_version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first_outcome 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chosen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action_type 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"verify_route"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emit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"observation_received"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actor_id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reports "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first_outcome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observations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'route_id'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 "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first_outcome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observations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'route_status'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."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outcome_id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first_outcome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outcome_id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observations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first_outcome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observations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7333488" y="16276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TRACE RUNTIME COMMIT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33488" y="1874520"/>
            <a:ext cx="4279392" cy="221284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record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TraceRecord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action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ActionInstance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Commitment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commitment 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Commitment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action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authorizing_record_id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record_id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authorizing_record_version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record_version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consumer_policy_version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policy_version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commitments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commitment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commitment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333488" y="4389120"/>
            <a:ext cx="4279392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F172A"/>
                </a:solidFill>
              </a:rPr>
              <a:t>The commitment object is the closure link: action ↔ authorizing_record_id/version ↔ consumer policy.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585216" y="57150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step06_verification_dispatch/S06_controller.py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342632" y="571500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step06_verification_dispatch/S06_runtime.py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18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Commitment log enforces closure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7: Revise append-only and locally replan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Reality contradicts the north prediction; the old record remains and a new version rejects it.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Revise append-only and locally replan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542032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65376"/>
            <a:ext cx="2322576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580C"/>
                </a:solidFill>
              </a:rPr>
              <a:t>Before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139696"/>
            <a:ext cx="2322576" cy="14813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North record v2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status=DEFER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consumer=HOLD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repair=verify route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27248" y="2560320"/>
            <a:ext cx="182880" cy="292608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783080"/>
            <a:ext cx="2542032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865376"/>
            <a:ext cx="2322576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891B2"/>
                </a:solidFill>
              </a:rPr>
              <a:t>Observation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38728" y="2139696"/>
            <a:ext cx="2322576" cy="14813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survey_drone_1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route_status=blocked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source and battery recorded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07608" y="2560320"/>
            <a:ext cx="182880" cy="292608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783080"/>
            <a:ext cx="2542032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1865376"/>
            <a:ext cx="2322576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Revision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19088" y="2139696"/>
            <a:ext cx="2322576" cy="14813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same record_id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record_version=3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status=REJECT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failed_gate=realized_contradiction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87968" y="2560320"/>
            <a:ext cx="182880" cy="292608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9720" y="1783080"/>
            <a:ext cx="2542032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448" y="1865376"/>
            <a:ext cx="2322576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Replan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99448" y="2139696"/>
            <a:ext cx="2322576" cy="14813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blocked north omitted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South candidate remains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verification preserved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151376"/>
            <a:ext cx="1092708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Locality in the current code is route-specific candidate filtering. A general HTN dependency graph and arbitrary branch invalidation are future work.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51389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step07_revision_repair/S07_controller.py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897880" y="51389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step07_revision_repair/S07_runtime.py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58368" y="5468112"/>
            <a:ext cx="10744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550408"/>
            <a:ext cx="1052474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Exit test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" y="5824728"/>
            <a:ext cx="10524744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Old record readable; revision supersedes it; north dispatch absent after re-observation.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19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Detailed events 09-11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7: Code: append a contradiction instead of editing history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revision adds outcome evidence, a new status, a failed gate, and a repair.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Code: append a contradiction instead of editing history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RUNTIME REVISION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865376"/>
            <a:ext cx="512064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7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revise_with_outcome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record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TraceRecord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evidence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WorldModelEvidence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new_status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TraceStatus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reason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repair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TraceRecord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evidence_ref 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ledger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revised 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model_copy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update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"record_version"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record_version 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"evidence_refs"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evidence_refs 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evidence_ref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"final_status"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new_status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"failed_gates"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failed_gates 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"realized_contradiction"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"repair"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repair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"supersedes_record_id"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record_id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"supersedes_record_version"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record_version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"metadata"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"revision_reason"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reason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revised</a:t>
            </a:r>
            <a:pPr indent="0" marL="0">
              <a:buNone/>
            </a:pPr>
            <a:r>
              <a:rPr lang="en-US" sz="7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7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revised</a:t>
            </a:r>
            <a:endParaRPr lang="en-US" sz="790" dirty="0"/>
          </a:p>
        </p:txBody>
      </p:sp>
      <p:sp>
        <p:nvSpPr>
          <p:cNvPr id="9" name="Text 7"/>
          <p:cNvSpPr/>
          <p:nvPr/>
        </p:nvSpPr>
        <p:spPr>
          <a:xfrm>
            <a:off x="5943600" y="16276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CONTROLLER CONTRADICTION + REPLAN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0" y="1865376"/>
            <a:ext cx="56692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revisions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6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chosen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action_type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"verify_route"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first_outcome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observations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"route_status"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"blocked"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route_id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chosen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dispatch_plan_id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"north-direct"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route_id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"north_channel"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f"dispatch-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failed_record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record_by_plan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dispatch_plan_id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failed_plan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plan_by_id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dispatch_plan_id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failed_prediction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prediction_by_plan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dispatch_plan_id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failed_claim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build_claim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failed_plan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failed_prediction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visual_payload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dumps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initial_observation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sort_keys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state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fuse_state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visual_payload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initial_observation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realized_evidence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_make_evidence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plan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failed_plan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prediction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failed_prediction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claim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failed_claim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state_hash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state_hash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observation_hash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sha256_value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initial_observation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outcome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first_outcome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contradicted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revised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revise_with_outcome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failed_record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realized_evidence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new_status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TraceStatus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reason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actor_id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observed that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 blocked."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repair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"Preserve the completed verification action and replan only "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rescue-route branch that depended on the failed claim."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revisions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"record_id"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revised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record_id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"record_version"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revised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record_version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"status"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revised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final_status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"reason"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revised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"revision_reason"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emit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"trace_revised"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"TRACE rejects the northern-route claim and preserves the "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"completed verification action."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record_id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revised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record_id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record_version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revised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record_version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</a:t>
            </a:r>
            <a:pPr indent="0" marL="0">
              <a:buNone/>
            </a:pP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second_observation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emit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"replanning"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"Planner repairs only the route-dependent rescue branch."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second_assessed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second_records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second_plans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_assess_observation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second_observation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replanned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8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6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85216" y="5413248"/>
            <a:ext cx="507492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No field in the prior committed record is changed in place.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61888" y="5413248"/>
            <a:ext cx="5614416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The re-observed route report becomes blocked, so FloodPlanner.propose() no longer emits the north dispatch.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20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Append-only record semantics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8: Clear the final dispatch and record the rescue outcome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final boat action is linked to a new TRACE record and the policy version that cleared it.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Clear the final dispatch and record the rescue outcome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084832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65376"/>
            <a:ext cx="1865376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Reassess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2139696"/>
            <a:ext cx="1865376" cy="10789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South support=0.93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OOD=0.08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CLEAR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96312" y="2368296"/>
            <a:ext cx="16459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06624" y="1783080"/>
            <a:ext cx="2084832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6352" y="1865376"/>
            <a:ext cx="1865376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580C"/>
                </a:solidFill>
              </a:rPr>
              <a:t>Authority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16352" y="2139696"/>
            <a:ext cx="1865376" cy="10789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IncidentCommander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permits dispatch_rescue_boat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37176" y="2368296"/>
            <a:ext cx="16459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47488" y="1783080"/>
            <a:ext cx="2084832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1865376"/>
            <a:ext cx="1865376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Commit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57216" y="2139696"/>
            <a:ext cx="1865376" cy="10789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action + record ID/version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written to commitment log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78040" y="2368296"/>
            <a:ext cx="16459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88352" y="1783080"/>
            <a:ext cx="2084832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1865376"/>
            <a:ext cx="1865376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Execute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98080" y="2139696"/>
            <a:ext cx="1865376" cy="10789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boat uses south_detour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people_reached=4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518904" y="2368296"/>
            <a:ext cx="16459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29216" y="1783080"/>
            <a:ext cx="2084832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1865376"/>
            <a:ext cx="1865376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D28D9"/>
                </a:solidFill>
              </a:rPr>
              <a:t>Persist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838944" y="2139696"/>
            <a:ext cx="1865376" cy="10789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summary + timeline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records + evidence + figures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3886200"/>
            <a:ext cx="1097280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[12] FINAL ACTION SELECTED   boat via South Detour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[13] FINAL ACTION DISPATCHED  Commander approval + TRACE clearance recorded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[14] RESCUE OUTCOME            success=True, people_reached=4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594360" y="5257800"/>
            <a:ext cx="10972800" cy="603504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F172A"/>
                </a:solidFill>
              </a:rPr>
              <a:t>Faithfulness boundary: “Commander approval” is currently a deterministic role stub. It demonstrates the authority field and gate, not a human-in-the-loop interface.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612648" y="601675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step08_final_rescue/S08_controller.py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931920" y="60167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step08_final_rescue/S08_flood_environment.py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7498080" y="60167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step08_final_rescue/S08_reporting.py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21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Detailed events 12-14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8: Code: final authority, commitment, execution, and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final record closure can be reconstructed from summary.json and the append-only logs.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25296"/>
            <a:ext cx="914400" cy="31089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225296"/>
            <a:ext cx="5212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Code: final authority, commitment, execution, and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7635240" cy="4526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"final_action_selected"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f"Mission Controller selects: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final_plan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short_label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plan_id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final_plan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action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final_plan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model_dump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"json"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final_record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second_records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final_plan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final_commitment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record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final_record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action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final_plan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emit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"final_action_dispatched"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f"Incident Commander approval and TRACE clearance authorize "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final_plan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commitment_id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final_commitment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commitment_id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authorizing_record_id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final_record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authorizing_record_version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final_record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record_version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final_outcome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final_plan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emit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"rescue_outcome"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f"Rescue completed: success=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final_outcome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f"people_reached=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final_outcome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observations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'people_reached'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outcome_id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final_outcome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observations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final_outcome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observations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summary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"scenario"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"emergency_call"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active_call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model_dump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"json"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active_call </a:t>
            </a:r>
            <a:pPr indent="0" marL="0">
              <a:buNone/>
            </a:pPr>
            <a:r>
              <a:rPr lang="en-US" sz="6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"entities"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"environment"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"FloodEnvironment"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"fleet"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"survey_drone_1"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"rescue_boat_1"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"mission_controller"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"incident_commander"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incident_commander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"offline_scorer_in_control_loop"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"timeline"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timeline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"initial_mission_controller_knowledge"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initial_observation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"initial_controller_knowledge"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initial_observation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"simulation_ground_truth_at_time_zero"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initial_simulation_ground_truth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"simulation_ground_truth_after_run"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simulation_ground_truth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"initial_assessments"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assessed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"first_selected_plan"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chosen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"first_commitment_id"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first_commitment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commitment_id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"first_commitment"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first_commitment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model_dump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"json"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"first_action"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chosen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model_dump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"json"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"first_outcome"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first_outcome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model_dump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"json"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"revisions"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revisions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"replanned_mission_controller_knowledge"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second_observation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"replanned_assessments"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second_assessed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"final_selected_plan"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final_plan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"final_commitment_id"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final_commitment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commitment_id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"final_commitment"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final_commitment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model_dump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"json"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"final_action"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final_plan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first_action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model_dump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"json"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"final_outcome"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final_outcome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model_dump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"json"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"rescued"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rescued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"record_chain_valid"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verify_chain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 </a:t>
            </a:r>
            <a:pPr indent="0" marL="0">
              <a:buNone/>
            </a:pP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6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output </a:t>
            </a:r>
            <a:pPr indent="0" marL="0">
              <a:buNone/>
            </a:pPr>
            <a:r>
              <a:rPr lang="en-US" sz="6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output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Path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output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parents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exist_ok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69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6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write_json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"summary.json"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summary</a:t>
            </a:r>
            <a:pPr indent="0" marL="0">
              <a:buNone/>
            </a:pPr>
            <a:r>
              <a:rPr lang="en-US" sz="6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8458200" y="1682496"/>
            <a:ext cx="3154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</a:rPr>
              <a:t>• Select supported south plan.
</a:t>
            </a:r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</a:rPr>
              <a:t>• Create final commitment.
</a:t>
            </a:r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</a:rPr>
              <a:t>• Log record ID and version.
</a:t>
            </a:r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</a:rPr>
              <a:t>• Execute simulated boat action.
</a:t>
            </a:r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</a:rPr>
              <a:t>• Write final outcome and summary.
</a:t>
            </a:r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</a:rPr>
              <a:t>• Verify record hash chain.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8458200" y="4645152"/>
            <a:ext cx="31546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7928" y="4727448"/>
            <a:ext cx="293522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Exit test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67928" y="5001768"/>
            <a:ext cx="2935224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rescued = true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people_reached = 4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record_chain_valid = true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22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Authoritative source: MissionController.run_episode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detailed fourteen-event log maps cleanly to the eight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CLI stays granular for audit; the deck groups events by architectural responsibility.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25880"/>
            <a:ext cx="1097280" cy="411480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STEP 1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1700784" y="132588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01 CALL RECEIVED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6675120" y="1325880"/>
            <a:ext cx="491947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intake.py / emergency_cli.py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1901952"/>
            <a:ext cx="1097280" cy="41148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STEP 2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1700784" y="1901952"/>
            <a:ext cx="49377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02 MISSION STATE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6675120" y="1901952"/>
            <a:ext cx="4919472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flood_env.py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478024"/>
            <a:ext cx="1097280" cy="41148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STEP 3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1700784" y="2478024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03-05 PLAN ASSESSED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6675120" y="2478024"/>
            <a:ext cx="491947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planner.py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3054096"/>
            <a:ext cx="1097280" cy="41148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STEP 4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1700784" y="3054096"/>
            <a:ext cx="49377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03-05 prediction + claim inside assessment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6675120" y="3054096"/>
            <a:ext cx="4919472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toy.py / probes.py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630168"/>
            <a:ext cx="1097280" cy="41148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STEP 5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700784" y="3630168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03-05 TRACE status and decision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6675120" y="3630168"/>
            <a:ext cx="491947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policy.py / runtime.py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4206240"/>
            <a:ext cx="109728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STEP 6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1700784" y="4206240"/>
            <a:ext cx="49377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06-08 select / dispatch / observe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6675120" y="4206240"/>
            <a:ext cx="4919472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controller.py / flood_env.py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4782312"/>
            <a:ext cx="1097280" cy="411480"/>
          </a:xfrm>
          <a:prstGeom prst="rect">
            <a:avLst/>
          </a:prstGeom>
          <a:solidFill>
            <a:srgbClr val="15803D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STEP 7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1700784" y="4782312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09-11 revise / replan / reassess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6675120" y="4782312"/>
            <a:ext cx="491947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runtime.py / controller.py / planner.py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" y="5358384"/>
            <a:ext cx="1097280" cy="411480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STEP 8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1700784" y="5358384"/>
            <a:ext cx="49377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12-14 select / dispatch / outcome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6675120" y="5358384"/>
            <a:ext cx="4919472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controller.py / reporting.py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" y="6062472"/>
            <a:ext cx="109728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F172A"/>
                </a:solidFill>
              </a:rPr>
              <a:t>The event log is an operational trace, not the TRACE record itself. TRACE records are stored separately under records/trace.jsonl.</a:t>
            </a:r>
            <a:endParaRPr lang="en-US" sz="1170" dirty="0"/>
          </a:p>
        </p:txBody>
      </p:sp>
      <p:sp>
        <p:nvSpPr>
          <p:cNvPr id="30" name="Text 28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23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Audit granularity: event timeline + reasoning records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episode as it actually runs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This output was reproduced from the packaged code with PYTHONPATH=src.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98448"/>
            <a:ext cx="11109960" cy="495604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[01] CALL RECEIVED      Emergency call reports 4 people at Riverside Apartments.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[02] MISSION STATE      Mission Controller grounds the incident at Riverside Apartments; North Channel is unknown.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[03] PLAN ASSESSED      Dispatch rescue_boat_1 from rescue_base to riverside_apartments via North Channel -&gt; HOLD (support=0.28, OOD=0.82).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[04] PLAN ASSESSED      Send survey_drone_1 to verify North Channel -&gt; CLEAR (support=0.97, OOD=0.04).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[05] PLAN ASSESSED      Dispatch rescue_boat_1 from rescue_base to riverside_apartments via South Detour -&gt; CLEAR (support=0.93, OOD=0.08).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[06] ACTION SELECTED    Mission Controller selects: survey drone 1 verifies north channel.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[07] ACTION DISPATCHED  Authorized command sent to survey_drone_1.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[08] OBSERVATION RECEIVED survey_drone_1 reports north_channel is blocked.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[09] TRACE REVISED      TRACE rejects the northern-route claim and preserves the completed verification action.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[10] REPLANNING         Planner repairs only the route-dependent rescue branch.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[11] PLAN REASSESSED    Dispatch rescue_boat_1 from rescue_base to riverside_apartments via South Detour -&gt; CLEAR.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[12] FINAL ACTION SELECTED Mission Controller selects: rescue boat 1 dispatches to riverside apartments via south detour.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[13] FINAL ACTION DISPATCHED Incident Commander approval and TRACE clearance authorize rescue_boat_1.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[14] RESCUE OUTCOME     Rescue completed: success=True, people_reached=4.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576072" y="629107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sample_run/timeline.txt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24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 “forthcoming” placeholder on this slide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one run leaves behind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Every important transition has a durable artifact.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5486400" cy="43434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artifacts/runs/call_001/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emergency_call.json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timeline.txt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summary.json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records/trace.jsonl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evidence/*.json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commitments/commitments.jsonl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figures/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operational_cast.svg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mission_controller_knowledge.svg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simulation_ground_truth.svg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action_timeline.svg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0528" y="1499616"/>
            <a:ext cx="490118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Call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10528" y="1773936"/>
            <a:ext cx="4901184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Original report + normalized location/count/deadline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2359152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2441448"/>
            <a:ext cx="490118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580C"/>
                </a:solidFill>
              </a:rPr>
              <a:t>Evidence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10528" y="2715768"/>
            <a:ext cx="4901184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Versioned model outputs, hashes, assumptions, support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3300984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3383280"/>
            <a:ext cx="490118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Records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10528" y="3657600"/>
            <a:ext cx="4901184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Status, gates, missing items, repair, consumer action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4242816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4325112"/>
            <a:ext cx="490118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D28D9"/>
                </a:solidFill>
              </a:rPr>
              <a:t>Commitments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10528" y="4599432"/>
            <a:ext cx="4901184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Exact action + authorizing record ID/version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5184648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5266944"/>
            <a:ext cx="490118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Outcomes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10528" y="5541264"/>
            <a:ext cx="4901184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What the simulator revealed after execution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25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Closure can be checked from stored files alone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implemented, what is a fixture, and what remains future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faithful tutorial must not let a clean demo masquerade as a completed research system.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2651760" cy="347472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Component</a:t>
            </a:r>
            <a:endParaRPr lang="en-US" sz="1070" dirty="0"/>
          </a:p>
        </p:txBody>
      </p:sp>
      <p:sp>
        <p:nvSpPr>
          <p:cNvPr id="6" name="Text 4"/>
          <p:cNvSpPr/>
          <p:nvPr/>
        </p:nvSpPr>
        <p:spPr>
          <a:xfrm>
            <a:off x="3154680" y="1261872"/>
            <a:ext cx="2240280" cy="347472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Current status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5394960" y="1261872"/>
            <a:ext cx="6263640" cy="347472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Boundary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6517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Emergency-call parser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3154680" y="1645920"/>
            <a:ext cx="2240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5803D"/>
                </a:solidFill>
              </a:rPr>
              <a:t>Implemented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5394960" y="1645920"/>
            <a:ext cx="6263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Closed alias registry + deterministic count extraction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02920" y="2139696"/>
            <a:ext cx="265176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Flood environment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3154680" y="2139696"/>
            <a:ext cx="224028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5803D"/>
                </a:solidFill>
              </a:rPr>
              <a:t>Implemented teaching simulator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394960" y="2139696"/>
            <a:ext cx="62636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Static scenario; no dynamic hydrology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26517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Planner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3154680" y="2633472"/>
            <a:ext cx="2240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5803D"/>
                </a:solidFill>
              </a:rPr>
              <a:t>Implemented teaching planner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5394960" y="2633472"/>
            <a:ext cx="6263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Three candidate patterns; no HTN/MRTA solver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502920" y="3127248"/>
            <a:ext cx="265176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Predictor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3154680" y="3127248"/>
            <a:ext cx="224028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EA580C"/>
                </a:solidFill>
              </a:rPr>
              <a:t>Deterministic fixture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5394960" y="3127248"/>
            <a:ext cx="62636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No JEPA or learned flood dynamics yet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502920" y="3621024"/>
            <a:ext cx="26517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Claim bridge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3154680" y="3621024"/>
            <a:ext cx="2240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5803D"/>
                </a:solidFill>
              </a:rPr>
              <a:t>Implemented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5394960" y="3621024"/>
            <a:ext cx="6263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Predictive claims only in this demo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502920" y="4114800"/>
            <a:ext cx="265176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TRACE policy/runtime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3154680" y="4114800"/>
            <a:ext cx="224028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5803D"/>
                </a:solidFill>
              </a:rPr>
              <a:t>Implemented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5394960" y="4114800"/>
            <a:ext cx="62636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Domain-specific gates; no full debate/attack graph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502920" y="4608576"/>
            <a:ext cx="26517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Authority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3154680" y="4608576"/>
            <a:ext cx="2240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EA580C"/>
                </a:solidFill>
              </a:rPr>
              <a:t>Teaching stub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5394960" y="4608576"/>
            <a:ext cx="6263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No live human approval interface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502920" y="5102352"/>
            <a:ext cx="265176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Dispatcher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3154680" y="5102352"/>
            <a:ext cx="224028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EA580C"/>
                </a:solidFill>
              </a:rPr>
              <a:t>Simulated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5394960" y="5102352"/>
            <a:ext cx="62636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No physical drone/boat integration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502920" y="5596128"/>
            <a:ext cx="26517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Local repair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3154680" y="5596128"/>
            <a:ext cx="2240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5803D"/>
                </a:solidFill>
              </a:rPr>
              <a:t>Implemented narrowly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5394960" y="5596128"/>
            <a:ext cx="6263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Route-specific filtering, not general dependency repair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566928" y="6199632"/>
            <a:ext cx="1101852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</a:rPr>
              <a:t>This is an executable architectural demonstration. It is not yet the AAAI evaluation, a real rescue system, or evidence that JEPA improves flood response.</a:t>
            </a:r>
            <a:endParaRPr lang="en-US" sz="1140" dirty="0"/>
          </a:p>
        </p:txBody>
      </p:sp>
      <p:sp>
        <p:nvSpPr>
          <p:cNvPr id="36" name="Text 34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26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Honest boundary conditions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matrix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Each step has an observable exit condition and at least one relevant test or artifact.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98448"/>
            <a:ext cx="1691640" cy="36576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Step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2194560" y="1298448"/>
            <a:ext cx="2468880" cy="36576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Test / artifact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4663440" y="1298448"/>
            <a:ext cx="6995160" cy="36576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Pass condition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F172A"/>
                </a:solidFill>
              </a:rPr>
              <a:t>1 Call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2194560" y="1700784"/>
            <a:ext cx="2468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test_emergency_call.py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4663440" y="1700784"/>
            <a:ext cx="6995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Call grounds location/count; ambiguity fails explicitly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16916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F172A"/>
                </a:solidFill>
              </a:rPr>
              <a:t>2 State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2194560" y="2240280"/>
            <a:ext cx="24688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test_entity_model.py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69951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Controller view excludes hidden route truth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502920" y="2779776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F172A"/>
                </a:solidFill>
              </a:rPr>
              <a:t>3 Plans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2194560" y="2779776"/>
            <a:ext cx="2468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test_end_to_end.py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4663440" y="2779776"/>
            <a:ext cx="6995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Grounded actions and candidate set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502920" y="3319272"/>
            <a:ext cx="16916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F172A"/>
                </a:solidFill>
              </a:rPr>
              <a:t>4 Prediction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2194560" y="3319272"/>
            <a:ext cx="24688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test_end_to_end.py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4663440" y="3319272"/>
            <a:ext cx="69951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Separate success/support/OOD/uncertainty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502920" y="3858768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F172A"/>
                </a:solidFill>
              </a:rPr>
              <a:t>5 Gate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2194560" y="3858768"/>
            <a:ext cx="2468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test_policy.py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4663440" y="3858768"/>
            <a:ext cx="6995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Unsupported high-confidence dispatch is held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502920" y="4398264"/>
            <a:ext cx="16916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F172A"/>
                </a:solidFill>
              </a:rPr>
              <a:t>6 Verify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2194560" y="4398264"/>
            <a:ext cx="24688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test_end_to_end.py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4663440" y="4398264"/>
            <a:ext cx="69951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Verification has commitment and returns route observation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502920" y="4937760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F172A"/>
                </a:solidFill>
              </a:rPr>
              <a:t>7 Revise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2194560" y="4937760"/>
            <a:ext cx="2468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test_end_to_end.py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4663440" y="4937760"/>
            <a:ext cx="6995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Old record preserved; revision and south repair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502920" y="5477256"/>
            <a:ext cx="16916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F172A"/>
                </a:solidFill>
              </a:rPr>
              <a:t>8 Rescue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2194560" y="5477256"/>
            <a:ext cx="24688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test_closure.py + end-to-end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4663440" y="5477256"/>
            <a:ext cx="69951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Final commitment cites record; chain valid; four reached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566928" y="6089904"/>
            <a:ext cx="182880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06040" y="6071616"/>
            <a:ext cx="882396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Expected: core suite passes; optional PyTorch/V-JEPA adapter test may skip before ML installation.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27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Run tests before modifying the predictor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pack and file labels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Long source files are supplied exactly, grouped by the step that uses them.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5715000" cy="4526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docs/eight_step_deck/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side_files/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CODE_MAP.md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RUN_EIGHT_STEPS.md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step01_call_intake/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step02_mission_state/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step03_planning/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step04_prediction_claims/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step05_trace_gate/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step06_verification_dispatch/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step07_revision_repair/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step08_final_rescue/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complete_source/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sample_run/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build_eight_step_deck.js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TRACE_JEPA_Flood_SAR_8_Steps.pptx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TRACE_JEPA_Flood_SAR_8_Steps.pdf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629400" y="1508760"/>
            <a:ext cx="4892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</a:rPr>
              <a:t>• Every S01-S08 file is an exact source copy.
</a:t>
            </a:r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</a:rPr>
              <a:t>• CODE_MAP.md maps step → authoritative path → functions.
</a:t>
            </a:r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</a:rPr>
              <a:t>• The deck shows short excerpts only.
</a:t>
            </a:r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</a:rPr>
              <a:t>• complete_source/ mirrors package, configs, and tests.
</a:t>
            </a:r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</a:rPr>
              <a:t>• sample_run/ contains the verified episode artifacts.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6629400" y="4279392"/>
            <a:ext cx="48920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39128" y="4361688"/>
            <a:ext cx="4672584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D28D9"/>
                </a:solidFill>
              </a:rPr>
              <a:t>Use in class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39128" y="4636008"/>
            <a:ext cx="4672584" cy="8412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Students first read the step, run the command, inspect the artifact, then open the side file when the excerpt is insufficient.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47688" y="58521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FILE: CODE_MAP.md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28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 code is reachable only by hunting through slides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comes next after the eight-step baseline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Replace fixtures one seam at a time without moving the TRACE boundary.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53312"/>
            <a:ext cx="438912" cy="438912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8992" y="1353312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Real geocoder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56432" y="1353312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Replace closed aliases; retain EmergencyCall contract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66928" y="2020824"/>
            <a:ext cx="438912" cy="438912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2020824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D28D9"/>
                </a:solidFill>
              </a:rPr>
              <a:t>Real visual encoder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56432" y="2020824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Replace MockVideoEncoder with V-JEPA 2.1 feature cache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566928" y="2688336"/>
            <a:ext cx="438912" cy="438912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688336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580C"/>
                </a:solidFill>
              </a:rPr>
              <a:t>Learned dynamics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56432" y="2688336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Replace ToyActionPrefixPredictor with flood-domain predictor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66928" y="3355848"/>
            <a:ext cx="438912" cy="43891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3355848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Calibrated probes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56432" y="3355848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Separate plan success from predicate probability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566928" y="4023360"/>
            <a:ext cx="438912" cy="438912"/>
          </a:xfrm>
          <a:prstGeom prst="rect">
            <a:avLst/>
          </a:prstGeom>
          <a:solidFill>
            <a:srgbClr val="15803D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4023360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General planner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56432" y="4023360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HTN/MRTA + explicit dependency graph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66928" y="4690872"/>
            <a:ext cx="438912" cy="438912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4690872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Human interface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56432" y="4690872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Signed Incident Commander approval workflow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566928" y="5358384"/>
            <a:ext cx="438912" cy="438912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5358384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Evaluation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56432" y="5358384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Fixed scenarios; vary audit substrate; report safety/utility/latency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94360" y="6190488"/>
            <a:ext cx="1097280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F172A"/>
                </a:solidFill>
              </a:rPr>
              <a:t>The baseline is valuable because every replacement can be checked against the same eight-step contract and durable artifacts.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29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Architectural continuity across model upgrades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 of done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reviewer can answer all eight questions from stored artifacts alone.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563624"/>
            <a:ext cx="5010912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1. What did the caller report, and how was the location grounded?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5603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706624"/>
            <a:ext cx="5010912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2. What did Mission Control know, and what remained hidden?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37033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3849624"/>
            <a:ext cx="5010912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3. Which candidate actions were structurally available?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48463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4992624"/>
            <a:ext cx="5010912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4. What did the predictor claim, with what support and uncertainty?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1563624"/>
            <a:ext cx="5010912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5. Which TRACE gates passed or failed, and what repair was named?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25603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2706624"/>
            <a:ext cx="5010912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6. Which evidence-seeking action was authorized and executed?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7033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3849624"/>
            <a:ext cx="5010912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7. What observation forced revision, and which branch changed?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8463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4992624"/>
            <a:ext cx="5010912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8. Which record and policy authorized the final rescue, and what happened?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" y="6172200"/>
            <a:ext cx="109270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Better models may replace the fixtures later. The accountability boundary and these reconstruction questions stay fixed.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411480" y="6565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Flood-SAR · 30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69280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Eight verified steps, one reconstructable operational history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Closing the Loop: Flood-SAR Implementation in Eight Verified Steps</dc:title>
  <dc:subject>Faithful eight-step implementation walkthrough for TRACE-JEPA flood search-and-rescue</dc:subject>
  <dc:creator>Edward Y. Chang</dc:creator>
  <cp:lastModifiedBy>Edward Y. Chang</cp:lastModifiedBy>
  <cp:revision>1</cp:revision>
  <dcterms:created xsi:type="dcterms:W3CDTF">2026-07-14T22:13:55Z</dcterms:created>
  <dcterms:modified xsi:type="dcterms:W3CDTF">2026-07-14T22:13:55Z</dcterms:modified>
</cp:coreProperties>
</file>